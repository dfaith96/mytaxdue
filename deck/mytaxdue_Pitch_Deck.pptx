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5548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C16"/>
                </a:solidFill>
              </a:rPr>
              <a:t>PITCH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mytaxdue: AI tax planning and compliance assistant.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4E4"/>
                </a:solidFill>
              </a:rPr>
              <a:t>We help Nigerian taxpayers, SMEs, and accountants estimate tax exposure, organise records, find possible reliefs, and prepare cleaner filing packs.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0" y="950976"/>
            <a:ext cx="589788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3346704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4728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Tax estimate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39696" y="3346704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12848" y="344728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Document vault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749040" y="3346704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344728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Expert review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" y="5413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E4"/>
                </a:solidFill>
              </a:rPr>
              <a:t>Planning estimates only. Final filings require professional or authority review.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4E4"/>
                </a:solidFill>
              </a:rPr>
              <a:t>mytaxdue /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compliance is still confusing and document-heavy.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Individuals, freelancers, SMEs, and accountants lose time collecting records, estimating obligations, and preparing compliant submissions.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960120"/>
            <a:ext cx="1828800" cy="73152"/>
          </a:xfrm>
          <a:prstGeom prst="rect">
            <a:avLst/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Scattered records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Receipts, invoices, PAYE records, WHT notes, and relief evidence sit in different places.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960120"/>
            <a:ext cx="1828800" cy="73152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Late visibility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Taxpayers often discover what they owe too close to the deadline.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04120" y="96012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4120" y="960120"/>
            <a:ext cx="169164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1161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Manual 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0" y="1527048"/>
            <a:ext cx="1325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Accountants spend too much time cleaning inputs before advising clients.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315968"/>
            <a:ext cx="9966960" cy="0"/>
          </a:xfrm>
          <a:prstGeom prst="line">
            <a:avLst/>
          </a:prstGeom>
          <a:noFill/>
          <a:ln w="25400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54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D"/>
                </a:solidFill>
              </a:rPr>
              <a:t>Earn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4023360"/>
            <a:ext cx="585216" cy="585216"/>
          </a:xfrm>
          <a:prstGeom prst="ellipse">
            <a:avLst/>
          </a:prstGeom>
          <a:solidFill>
            <a:srgbClr val="BF5B3F"/>
          </a:solidFill>
          <a:ln w="25400">
            <a:solidFill>
              <a:srgbClr val="BF5B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4754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D"/>
                </a:solidFill>
              </a:rPr>
              <a:t>Collect records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88736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4754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D"/>
                </a:solidFill>
              </a:rPr>
              <a:t>Estimate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75904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01584" y="4754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D"/>
                </a:solidFill>
              </a:rPr>
              <a:t>Review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863072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88752" y="4754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02D"/>
                </a:solidFill>
              </a:rPr>
              <a:t>File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34640" y="5321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5548"/>
                </a:solidFill>
              </a:rPr>
              <a:t>The bottleneck is turning messy records into a trusted tax position.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tax planning workspace before the deadline.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mytaxdue organises financial records, runs planning estimates, suggests missing documents, and creates expert-ready filing packs.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1. Capture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Add income, expenses, tax credits, relief evidence, and documents.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051560"/>
            <a:ext cx="2606040" cy="73152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2. Estimate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97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Generate a transparent planning reserve with assumptions and gaps.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880360"/>
            <a:ext cx="2606040" cy="73152"/>
          </a:xfrm>
          <a:prstGeom prst="rect">
            <a:avLst/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3. Optimise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Find missing documents and possible relief categories for review.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880360"/>
            <a:ext cx="2606040" cy="73152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4. Review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Send a clean tax pack to an accountant before filing.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370832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6634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Outcome: better preparation, fewer missing records, and earlier visibility into possible tax due.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5548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C16"/>
                </a:solidFill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planning dashboard for taxpayers and accountants.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4E4"/>
                </a:solidFill>
              </a:rPr>
              <a:t>A single workspace for estimates, documents, compliance tasks, and review packs.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859536"/>
            <a:ext cx="6080760" cy="3913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474720"/>
            <a:ext cx="146304" cy="146304"/>
          </a:xfrm>
          <a:prstGeom prst="ellipse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4015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9F0EE"/>
                </a:solidFill>
              </a:rPr>
              <a:t>Estimate tax due from income, expenses, reliefs, and credits.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4133088"/>
            <a:ext cx="146304" cy="146304"/>
          </a:xfrm>
          <a:prstGeom prst="ellipse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0599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9F0EE"/>
                </a:solidFill>
              </a:rPr>
              <a:t>Organise records into a document vault.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791456"/>
            <a:ext cx="146304" cy="146304"/>
          </a:xfrm>
          <a:prstGeom prst="ellipse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7183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9F0EE"/>
                </a:solidFill>
              </a:rPr>
              <a:t>Track filing tasks and deadline readiness.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449824"/>
            <a:ext cx="146304" cy="146304"/>
          </a:xfrm>
          <a:prstGeom prst="ellipse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3766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9F0EE"/>
                </a:solidFill>
              </a:rPr>
              <a:t>Export a review pack for tax professionals.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4E4"/>
                </a:solidFill>
              </a:rPr>
              <a:t>mytaxdue /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scattered tax records to filing readiness.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The platform turns everyday records into a clear tax preparation process.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078992"/>
            <a:ext cx="502920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319272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2461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Capture income and expense evidence.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3977640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9044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AI organises documents and highlights gaps.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636008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5628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Planning estimate shows possible exposure.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294376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2212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Accountant verifies the final position before filing.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CUSTOMERS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people who need tax clarity before they file.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The first customers are users with recurring tax obligations and accountants managing many clients.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Individuals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PAYE workers and professionals who want visibility into tax exposure.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097280"/>
            <a:ext cx="2651760" cy="73152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Freelancers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Independent earners tracking invoices, WHT credits, and expenses.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926080"/>
            <a:ext cx="2651760" cy="73152"/>
          </a:xfrm>
          <a:prstGeom prst="rect">
            <a:avLst/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SMEs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Small businesses preparing records for tax and accountant review.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926080"/>
            <a:ext cx="2651760" cy="73152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Accountants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Professionals who need cleaner client intake and review workflows.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3410712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3375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Beachhead: freelancers, SME owners, and accountants in major Nigerian cities.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3995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Entry point: free planning estimate and document checklist.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" y="4727448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46542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Expansion: review packs, client workspace, and compliance calendar.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5548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C16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Freemium tax planning with paid automation and professional workflows.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4E4"/>
                </a:solidFill>
              </a:rPr>
              <a:t>mytaxdue can monetise through personal plans, accountant workspaces, and expert review services.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60604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Free planner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Basic tax estimate, checklist, and deadline reminders.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9312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2788920"/>
            <a:ext cx="2606040" cy="73152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Personal Plus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22192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Document vault, relief finder, estimate history, and export pack.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788920"/>
            <a:ext cx="2606040" cy="73152"/>
          </a:xfrm>
          <a:prstGeom prst="rect">
            <a:avLst/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Expert 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Paid review with a tax professional before final filing.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45168" y="2788920"/>
            <a:ext cx="21488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168" y="2788920"/>
            <a:ext cx="2148840" cy="73152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2990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Accountant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3355848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Client workspace, team access, and bulk preparation tools.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50474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grows with users, document volume, accountant seats, review requests, and future integrations.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4E4"/>
                </a:solidFill>
              </a:rPr>
              <a:t>mytaxdue /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Acquire users through tax season urgency and accountant partnerships.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The product starts with a simple tax estimate and converts users into paid preparation workflows.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862072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889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Launch free calculator and checklist for common taxpayer profiles.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520440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47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Partner with accountants and SME communities for trusted distribution.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178808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056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Use content around deadlines, documents, WHT, PAYE, and expense readiness.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4837176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640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Convert active users to document vaults, review packs, and accountant plans.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1430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627632"/>
            <a:ext cx="384048" cy="38404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682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Estimate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14616" y="2066544"/>
            <a:ext cx="0" cy="411480"/>
          </a:xfrm>
          <a:prstGeom prst="line">
            <a:avLst/>
          </a:prstGeom>
          <a:noFill/>
          <a:ln w="25400">
            <a:solidFill>
              <a:srgbClr val="DCE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478024"/>
            <a:ext cx="384048" cy="384048"/>
          </a:xfrm>
          <a:prstGeom prst="ellipse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Checklist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14616" y="2916936"/>
            <a:ext cx="0" cy="411480"/>
          </a:xfrm>
          <a:prstGeom prst="line">
            <a:avLst/>
          </a:prstGeom>
          <a:noFill/>
          <a:ln w="25400">
            <a:solidFill>
              <a:srgbClr val="DCE2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3328416"/>
            <a:ext cx="384048" cy="384048"/>
          </a:xfrm>
          <a:prstGeom prst="ellipse">
            <a:avLst/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3383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Review pack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14616" y="3767328"/>
            <a:ext cx="0" cy="411480"/>
          </a:xfrm>
          <a:prstGeom prst="line">
            <a:avLst/>
          </a:prstGeom>
          <a:noFill/>
          <a:ln w="25400">
            <a:solidFill>
              <a:srgbClr val="DCE2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22592" y="4178808"/>
            <a:ext cx="384048" cy="384048"/>
          </a:xfrm>
          <a:prstGeom prst="ellipse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Paid workflow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POSITIONING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structured than a calculator, lighter than enterprise tax software.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mytaxdue gives users a practical preparation layer that can connect to professionals before final filing.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148840" cy="502920"/>
          </a:xfrm>
          <a:prstGeom prst="rect">
            <a:avLst/>
          </a:prstGeom>
          <a:solidFill>
            <a:srgbClr val="18202D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43230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Capability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2286000"/>
            <a:ext cx="1874520" cy="502920"/>
          </a:xfrm>
          <a:prstGeom prst="rect">
            <a:avLst/>
          </a:prstGeom>
          <a:solidFill>
            <a:srgbClr val="18202D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432304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Spreadsheet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1920240" cy="502920"/>
          </a:xfrm>
          <a:prstGeom prst="rect">
            <a:avLst/>
          </a:prstGeom>
          <a:solidFill>
            <a:srgbClr val="18202D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432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Basic calculator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2286000"/>
            <a:ext cx="2240280" cy="502920"/>
          </a:xfrm>
          <a:prstGeom prst="rect">
            <a:avLst/>
          </a:prstGeom>
          <a:solidFill>
            <a:srgbClr val="18202D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243230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accountant intake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69680" y="2286000"/>
            <a:ext cx="1783080" cy="502920"/>
          </a:xfrm>
          <a:prstGeom prst="rect">
            <a:avLst/>
          </a:prstGeom>
          <a:solidFill>
            <a:srgbClr val="18202D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243230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mytaxdue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2788920"/>
            <a:ext cx="21488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3522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Tax estimate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2834640" y="2788920"/>
            <a:ext cx="18745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935224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Manual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93522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Single-use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629400" y="278892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93522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Delayed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869680" y="2788920"/>
            <a:ext cx="1783080" cy="502920"/>
          </a:xfrm>
          <a:prstGeom prst="rect">
            <a:avLst/>
          </a:prstGeom>
          <a:solidFill>
            <a:srgbClr val="DFF2E7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293522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8202D"/>
                </a:solidFill>
              </a:rPr>
              <a:t>Guided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21488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43814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Document checklist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834640" y="3291840"/>
            <a:ext cx="18745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3438144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Manual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709160" y="329184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343814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No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629400" y="329184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343814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Varies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8869680" y="3291840"/>
            <a:ext cx="1783080" cy="502920"/>
          </a:xfrm>
          <a:prstGeom prst="rect">
            <a:avLst/>
          </a:prstGeom>
          <a:solidFill>
            <a:srgbClr val="DFF2E7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42832" y="343814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8202D"/>
                </a:solidFill>
              </a:rPr>
              <a:t>AI-assisted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685800" y="3794760"/>
            <a:ext cx="21488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94106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Client workspace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2834640" y="3794760"/>
            <a:ext cx="18745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7792" y="3941064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No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4709160" y="379476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394106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No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629400" y="379476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02552" y="394106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Manual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8869680" y="3794760"/>
            <a:ext cx="1783080" cy="502920"/>
          </a:xfrm>
          <a:prstGeom prst="rect">
            <a:avLst/>
          </a:prstGeom>
          <a:solidFill>
            <a:srgbClr val="DFF2E7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42832" y="394106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8202D"/>
                </a:solidFill>
              </a:rPr>
              <a:t>Built in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685800" y="4297680"/>
            <a:ext cx="21488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444398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Expert review pack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2834640" y="4297680"/>
            <a:ext cx="18745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07792" y="4443984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Manual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4709160" y="429768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444398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No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6629400" y="429768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2552" y="444398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8202D"/>
                </a:solidFill>
              </a:rPr>
              <a:t>Manual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8869680" y="4297680"/>
            <a:ext cx="1783080" cy="502920"/>
          </a:xfrm>
          <a:prstGeom prst="rect">
            <a:avLst/>
          </a:prstGeom>
          <a:solidFill>
            <a:srgbClr val="DFF2E7"/>
          </a:solidFill>
          <a:ln w="7620">
            <a:solidFill>
              <a:srgbClr val="DCE2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42832" y="444398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8202D"/>
                </a:solidFill>
              </a:rPr>
              <a:t>Exportable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1143000" y="5486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548"/>
                </a:solidFill>
              </a:rPr>
              <a:t>Differentiation: AI-assisted preparation plus human review readiness.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as a preparation tool with expert review.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Tax decisions are sensitive. mytaxdue should make assumptions clear and encourage professional verification before filing.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999232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260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Estimates show assumptions and explain what data was used.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657600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844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Documents are organised for auditability and review.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315968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428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Accountants can verify final positions before submission.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4974336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9011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User consent controls govern document sharing and exports.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1170432"/>
            <a:ext cx="45262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737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02D"/>
                </a:solidFill>
              </a:rPr>
              <a:t>Important boundary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235915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mytaxdue provides planning estimates and preparation workflows. Final filings should be reviewed by a qualified tax adviser or relevant authority.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3800" y="3977640"/>
            <a:ext cx="2103120" cy="347472"/>
          </a:xfrm>
          <a:prstGeom prst="roundRect">
            <a:avLst>
              <a:gd name="adj" fmla="val 31579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4078224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Human review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5548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C16"/>
                </a:solidFill>
              </a:rPr>
              <a:t>ROADMAP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Build, validate, and integrate around trusted tax workflows.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4E4"/>
                </a:solidFill>
              </a:rPr>
              <a:t>The next phase should prove demand, improve calculation coverage, and deepen accountant tooling.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24231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MVP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Calculator, document checklist, vault, contact intake, and export pack.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788920"/>
            <a:ext cx="2423160" cy="73152"/>
          </a:xfrm>
          <a:prstGeom prst="rect">
            <a:avLst/>
          </a:prstGeom>
          <a:solidFill>
            <a:srgbClr val="C98C16"/>
          </a:solidFill>
          <a:ln w="12700">
            <a:solidFill>
              <a:srgbClr val="C9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Accountants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Client workspace, review queue, comments, and team access.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2423160" cy="73152"/>
          </a:xfrm>
          <a:prstGeom prst="rect">
            <a:avLst/>
          </a:prstGeom>
          <a:solidFill>
            <a:srgbClr val="BF5B3F"/>
          </a:solidFill>
          <a:ln w="12700">
            <a:solidFill>
              <a:srgbClr val="BF5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Compliance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Assumption logs, privacy controls, review workflows, and audit trails.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788920"/>
            <a:ext cx="2423160" cy="73152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D"/>
                </a:solidFill>
              </a:rPr>
              <a:t>Integrations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3"/>
                </a:solidFill>
              </a:rPr>
              <a:t>Future links to payments, accounting tools, and official filing systems where available.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Milestones: beta users, accountant partners, paid review conversion, and repeat tax-season usage.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4E4"/>
                </a:solidFill>
              </a:rPr>
              <a:t>mytaxdue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D5548"/>
          </a:solidFill>
          <a:ln w="12700">
            <a:solidFill>
              <a:srgbClr val="0D55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50292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MTD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5B3F"/>
                </a:solidFill>
              </a:rPr>
              <a:t>THE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 mytaxdue make tax preparation easier before the deadline.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3"/>
                </a:solidFill>
              </a:rPr>
              <a:t>We are seeking beta users, accountant partners, and early backers to build a practical AI layer for Nigerian tax planning.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907792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346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Pilot with freelancers, SME owners, and accountants.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3566160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930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Validate estimate workflows and document checklist quality.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" y="4224528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15137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Partner on professional review and client intake workflows.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" y="4882896"/>
            <a:ext cx="146304" cy="14630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974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2D"/>
                </a:solidFill>
              </a:rPr>
              <a:t>Support the build-out of trusted tax preparation automation.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237744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8163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mytaxdue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4E4"/>
                </a:solidFill>
              </a:rPr>
              <a:t>Estimate. Organise. Review. Prepare.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858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4E4"/>
                </a:solidFill>
              </a:rPr>
              <a:t>Contact form available on the mytaxdue website.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92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3"/>
                </a:solidFill>
              </a:rPr>
              <a:t>mytaxdue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mytaxdue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mytaxdue Pitch Deck</dc:title>
  <dc:subject>mytaxdue AI tax compliance assistant pitch deck</dc:subject>
  <dc:creator>mytaxdue</dc:creator>
  <cp:lastModifiedBy>mytaxdue</cp:lastModifiedBy>
  <cp:revision>1</cp:revision>
  <dcterms:created xsi:type="dcterms:W3CDTF">2026-04-30T06:04:40Z</dcterms:created>
  <dcterms:modified xsi:type="dcterms:W3CDTF">2026-04-30T06:04:40Z</dcterms:modified>
</cp:coreProperties>
</file>